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779838" cy="3779838"/>
  <p:notesSz cx="7772400" cy="10058400"/>
  <p:defaultTextStyle>
    <a:defPPr>
      <a:defRPr lang="ko-KR"/>
    </a:defPPr>
    <a:lvl1pPr marL="0" algn="l" defTabSz="617129" rtl="0" eaLnBrk="1" latinLnBrk="1" hangingPunct="1">
      <a:defRPr sz="1215" kern="1200">
        <a:solidFill>
          <a:schemeClr val="tx1"/>
        </a:solidFill>
        <a:latin typeface="+mn-lt"/>
        <a:ea typeface="+mn-ea"/>
        <a:cs typeface="+mn-cs"/>
      </a:defRPr>
    </a:lvl1pPr>
    <a:lvl2pPr marL="308564" algn="l" defTabSz="617129" rtl="0" eaLnBrk="1" latinLnBrk="1" hangingPunct="1">
      <a:defRPr sz="1215" kern="1200">
        <a:solidFill>
          <a:schemeClr val="tx1"/>
        </a:solidFill>
        <a:latin typeface="+mn-lt"/>
        <a:ea typeface="+mn-ea"/>
        <a:cs typeface="+mn-cs"/>
      </a:defRPr>
    </a:lvl2pPr>
    <a:lvl3pPr marL="617129" algn="l" defTabSz="617129" rtl="0" eaLnBrk="1" latinLnBrk="1" hangingPunct="1">
      <a:defRPr sz="1215" kern="1200">
        <a:solidFill>
          <a:schemeClr val="tx1"/>
        </a:solidFill>
        <a:latin typeface="+mn-lt"/>
        <a:ea typeface="+mn-ea"/>
        <a:cs typeface="+mn-cs"/>
      </a:defRPr>
    </a:lvl3pPr>
    <a:lvl4pPr marL="925693" algn="l" defTabSz="617129" rtl="0" eaLnBrk="1" latinLnBrk="1" hangingPunct="1">
      <a:defRPr sz="1215" kern="1200">
        <a:solidFill>
          <a:schemeClr val="tx1"/>
        </a:solidFill>
        <a:latin typeface="+mn-lt"/>
        <a:ea typeface="+mn-ea"/>
        <a:cs typeface="+mn-cs"/>
      </a:defRPr>
    </a:lvl4pPr>
    <a:lvl5pPr marL="1234257" algn="l" defTabSz="617129" rtl="0" eaLnBrk="1" latinLnBrk="1" hangingPunct="1">
      <a:defRPr sz="1215" kern="1200">
        <a:solidFill>
          <a:schemeClr val="tx1"/>
        </a:solidFill>
        <a:latin typeface="+mn-lt"/>
        <a:ea typeface="+mn-ea"/>
        <a:cs typeface="+mn-cs"/>
      </a:defRPr>
    </a:lvl5pPr>
    <a:lvl6pPr marL="1542821" algn="l" defTabSz="617129" rtl="0" eaLnBrk="1" latinLnBrk="1" hangingPunct="1">
      <a:defRPr sz="1215" kern="1200">
        <a:solidFill>
          <a:schemeClr val="tx1"/>
        </a:solidFill>
        <a:latin typeface="+mn-lt"/>
        <a:ea typeface="+mn-ea"/>
        <a:cs typeface="+mn-cs"/>
      </a:defRPr>
    </a:lvl6pPr>
    <a:lvl7pPr marL="1851386" algn="l" defTabSz="617129" rtl="0" eaLnBrk="1" latinLnBrk="1" hangingPunct="1">
      <a:defRPr sz="1215" kern="1200">
        <a:solidFill>
          <a:schemeClr val="tx1"/>
        </a:solidFill>
        <a:latin typeface="+mn-lt"/>
        <a:ea typeface="+mn-ea"/>
        <a:cs typeface="+mn-cs"/>
      </a:defRPr>
    </a:lvl7pPr>
    <a:lvl8pPr marL="2159950" algn="l" defTabSz="617129" rtl="0" eaLnBrk="1" latinLnBrk="1" hangingPunct="1">
      <a:defRPr sz="1215" kern="1200">
        <a:solidFill>
          <a:schemeClr val="tx1"/>
        </a:solidFill>
        <a:latin typeface="+mn-lt"/>
        <a:ea typeface="+mn-ea"/>
        <a:cs typeface="+mn-cs"/>
      </a:defRPr>
    </a:lvl8pPr>
    <a:lvl9pPr marL="2468514" algn="l" defTabSz="617129" rtl="0" eaLnBrk="1" latinLnBrk="1" hangingPunct="1">
      <a:defRPr sz="121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 autoAdjust="0"/>
    <p:restoredTop sz="94694"/>
  </p:normalViewPr>
  <p:slideViewPr>
    <p:cSldViewPr snapToGrid="0">
      <p:cViewPr>
        <p:scale>
          <a:sx n="205" d="100"/>
          <a:sy n="205" d="100"/>
        </p:scale>
        <p:origin x="330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3332B-846A-4D2B-8B67-F9309C5158BD}" type="datetimeFigureOut">
              <a:rPr lang="ko-KR" altLang="en-US" smtClean="0"/>
              <a:t>2026. 2. 25.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89163" y="1257300"/>
            <a:ext cx="3394075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759C8-8117-4BBC-AD53-31FC836FAE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40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89163" y="1257300"/>
            <a:ext cx="3394075" cy="33940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759C8-8117-4BBC-AD53-31FC836FAE8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967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88996" y="150796"/>
            <a:ext cx="3401705" cy="63096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88996" y="884347"/>
            <a:ext cx="3401705" cy="21921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88996" y="150796"/>
            <a:ext cx="3401705" cy="63096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88996" y="884347"/>
            <a:ext cx="3401705" cy="21921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88996" y="150796"/>
            <a:ext cx="3401705" cy="63096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88994" y="884347"/>
            <a:ext cx="1660005" cy="21921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932185" y="884347"/>
            <a:ext cx="1660005" cy="21921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88996" y="150796"/>
            <a:ext cx="3401705" cy="63096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88996" y="150800"/>
            <a:ext cx="3401705" cy="292545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88996" y="150796"/>
            <a:ext cx="3401705" cy="63096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88994" y="884349"/>
            <a:ext cx="1660005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932185" y="884347"/>
            <a:ext cx="1660005" cy="21921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88994" y="2029411"/>
            <a:ext cx="1660005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88996" y="150796"/>
            <a:ext cx="3401705" cy="63096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88994" y="884347"/>
            <a:ext cx="1660005" cy="21921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932185" y="884349"/>
            <a:ext cx="1660005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932185" y="2029411"/>
            <a:ext cx="1660005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88996" y="150796"/>
            <a:ext cx="3401705" cy="63096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88994" y="884349"/>
            <a:ext cx="1660005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932185" y="884349"/>
            <a:ext cx="1660005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88996" y="2029411"/>
            <a:ext cx="3401705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88996" y="150796"/>
            <a:ext cx="3401705" cy="63096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88996" y="884349"/>
            <a:ext cx="3401705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88996" y="2029411"/>
            <a:ext cx="3401705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88996" y="150796"/>
            <a:ext cx="3401705" cy="63096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88994" y="884349"/>
            <a:ext cx="1660005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932185" y="884349"/>
            <a:ext cx="1660005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88994" y="2029411"/>
            <a:ext cx="1660005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932185" y="2029411"/>
            <a:ext cx="1660005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88996" y="150796"/>
            <a:ext cx="3401705" cy="63096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88992" y="884349"/>
            <a:ext cx="1095260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339164" y="884349"/>
            <a:ext cx="1095260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2489336" y="884349"/>
            <a:ext cx="1095260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88992" y="2029411"/>
            <a:ext cx="1095260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1339164" y="2029411"/>
            <a:ext cx="1095260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2489336" y="2029411"/>
            <a:ext cx="1095260" cy="104545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3" y="0"/>
            <a:ext cx="59525" cy="37798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CustomShape 2"/>
          <p:cNvSpPr/>
          <p:nvPr/>
        </p:nvSpPr>
        <p:spPr>
          <a:xfrm>
            <a:off x="3" y="4"/>
            <a:ext cx="59525" cy="6605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1051469" rtl="0" eaLnBrk="1" latinLnBrk="1" hangingPunct="1">
        <a:lnSpc>
          <a:spcPct val="90000"/>
        </a:lnSpc>
        <a:spcBef>
          <a:spcPct val="0"/>
        </a:spcBef>
        <a:buNone/>
        <a:defRPr sz="50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2867" indent="-262867" algn="l" defTabSz="1051469" rtl="0" eaLnBrk="1" latinLnBrk="1" hangingPunct="1">
        <a:lnSpc>
          <a:spcPct val="90000"/>
        </a:lnSpc>
        <a:spcBef>
          <a:spcPts val="1150"/>
        </a:spcBef>
        <a:buFont typeface="Arial" panose="020B0604020202020204" pitchFamily="34" charset="0"/>
        <a:buChar char="•"/>
        <a:defRPr sz="3220" kern="1200">
          <a:solidFill>
            <a:schemeClr val="tx1"/>
          </a:solidFill>
          <a:latin typeface="+mn-lt"/>
          <a:ea typeface="+mn-ea"/>
          <a:cs typeface="+mn-cs"/>
        </a:defRPr>
      </a:lvl1pPr>
      <a:lvl2pPr marL="788601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760" kern="1200">
          <a:solidFill>
            <a:schemeClr val="tx1"/>
          </a:solidFill>
          <a:latin typeface="+mn-lt"/>
          <a:ea typeface="+mn-ea"/>
          <a:cs typeface="+mn-cs"/>
        </a:defRPr>
      </a:lvl2pPr>
      <a:lvl3pPr marL="1314336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40070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4pPr>
      <a:lvl5pPr marL="2365804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5pPr>
      <a:lvl6pPr marL="2891539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6pPr>
      <a:lvl7pPr marL="3417273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7pPr>
      <a:lvl8pPr marL="3943007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8pPr>
      <a:lvl9pPr marL="4468741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1pPr>
      <a:lvl2pPr marL="525734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2pPr>
      <a:lvl3pPr marL="1051469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3pPr>
      <a:lvl4pPr marL="1577203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4pPr>
      <a:lvl5pPr marL="2102937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5pPr>
      <a:lvl6pPr marL="2628671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6pPr>
      <a:lvl7pPr marL="3154406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7pPr>
      <a:lvl8pPr marL="3680140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8pPr>
      <a:lvl9pPr marL="4205874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. 5">
            <a:extLst>
              <a:ext uri="{FF2B5EF4-FFF2-40B4-BE49-F238E27FC236}">
                <a16:creationId xmlns:a16="http://schemas.microsoft.com/office/drawing/2014/main" id="{238BACFF-A6BF-7C39-8332-A9546A7A21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92" t="16140" r="4662" b="71334"/>
          <a:stretch>
            <a:fillRect/>
          </a:stretch>
        </p:blipFill>
        <p:spPr bwMode="auto">
          <a:xfrm>
            <a:off x="-16081" y="0"/>
            <a:ext cx="3795920" cy="377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1</Words>
  <Application>Microsoft Macintosh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YOUNGJIN</dc:creator>
  <dc:description/>
  <cp:lastModifiedBy>Youngjin Kim</cp:lastModifiedBy>
  <cp:revision>12</cp:revision>
  <dcterms:modified xsi:type="dcterms:W3CDTF">2026-02-26T01:38:11Z</dcterms:modified>
  <dc:language>en-US</dc:language>
</cp:coreProperties>
</file>